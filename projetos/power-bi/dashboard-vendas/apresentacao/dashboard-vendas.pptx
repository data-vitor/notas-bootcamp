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dos preços de venda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mensais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Filtrar por ano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totais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ano e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e unidades vendidas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855b92ef-f296-446a-94aa-36bcad865592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a4946a2417d4485" /><Relationship Type="http://schemas.openxmlformats.org/officeDocument/2006/relationships/slideLayout" Target="/ppt/slideLayouts/slideLayout8.xml" Id="Ra06a4fff654443cd" /><Relationship Type="http://schemas.openxmlformats.org/officeDocument/2006/relationships/hyperlink" Target="https://app.powerbi.com/groups/me/reports/855b92ef-f296-446a-94aa-36bcad865592/?pbi_source=PowerPoint" TargetMode="External" Id="RelId0" /><Relationship Type="http://schemas.openxmlformats.org/officeDocument/2006/relationships/image" Target="/ppt/media/image4.png" Id="imgId28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c6c7b11a2f434fe0" /><Relationship Type="http://schemas.openxmlformats.org/officeDocument/2006/relationships/slideLayout" Target="/ppt/slideLayouts/slideLayout8.xml" Id="Rbec4e70f035c4dd0" /><Relationship Type="http://schemas.openxmlformats.org/officeDocument/2006/relationships/hyperlink" Target="https://app.powerbi.com/groups/me/reports/855b92ef-f296-446a-94aa-36bcad865592/?pbi_source=PowerPoint" TargetMode="External" Id="RelId1" /><Relationship Type="http://schemas.openxmlformats.org/officeDocument/2006/relationships/image" Target="/ppt/media/image5.png" Id="imgId28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c68ffa5299cf444d" /><Relationship Type="http://schemas.openxmlformats.org/officeDocument/2006/relationships/slideLayout" Target="/ppt/slideLayouts/slideLayout8.xml" Id="Rd0644ca8bb834383" /><Relationship Type="http://schemas.openxmlformats.org/officeDocument/2006/relationships/hyperlink" Target="https://app.powerbi.com/groups/me/reports/855b92ef-f296-446a-94aa-36bcad865592/?pbi_source=PowerPoint" TargetMode="External" Id="RelId2" /><Relationship Type="http://schemas.openxmlformats.org/officeDocument/2006/relationships/image" Target="/ppt/media/image6.png" Id="imgId284385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DIO - Dashboard de Vendas - Vitor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10/10/2026 15:29:39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10/10/2026 14:59:38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por produto ,Soma dos preços de venda por produto ,Vendas mensais por segmento ,Filtrar por ano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842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01 - Vendas por produto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totais ,Unidades vendidas ,Lucro por país ,Lucro por ano e mês ,Vendas por país ,textbox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8438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02 - Países e lucro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ucro por segmento ,Vendas e unidades vendidas por país ,Lucro por país ,textbox ,textbox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843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03 - Distribuição geográfica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